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472C4"/>
                </a:solidFill>
              </a:defRPr>
            </a:pPr>
            <a:r>
              <a:t>CCE 313 - Computer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95959"/>
                </a:solidFill>
              </a:defRPr>
            </a:pPr>
            <a:r>
              <a:t>ICMP Pinger Lab: Network Diagnostics Tool</a:t>
            </a:r>
          </a:p>
          <a:p/>
          <a:p>
            <a:r>
              <a:t>Prosenjit Mondol</a:t>
            </a:r>
          </a:p>
          <a:p>
            <a:r>
              <a:t>ID: 2102049 | Reg: 10176</a:t>
            </a:r>
          </a:p>
          <a:p>
            <a:r>
              <a:t>B.Sc. CSE, 5th Semester</a:t>
            </a:r>
          </a:p>
          <a:p>
            <a:r>
              <a:t>November 10,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72C4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INTRODUCTION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Network performance monitoring is critical for reliable communication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ICMP (Internet Control Message Protocol) - fundamental for diagnostics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PROBLEM STATEMENT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Network administrators need tools to: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Measure network latency and round-trip time (RTT)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Detect packet loss and network congestion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Monitor network stability and jitter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Visualize real-time network performance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IMPORTANCE IN NETWORKING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Quality of Service (QoS) monitoring for SLA compliance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Network troubleshooting and performance optimization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Real-time diagnostics for instant network health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72C4"/>
                </a:solidFill>
              </a:defRPr>
            </a:pPr>
            <a:r>
              <a:t>ICMP Protocol Architecture (RFC 792)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ICMP OVERVIEW - Network Layer (Layer 3)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Error Reporting: Unreachable destinations, TTL exceeded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Diagnostic Functions: Echo Request/Reply (Ping)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Network Control Messages: Redirect, Source Quench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ICMP PACKET STRUCTURE (Echo Request/Reply)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┌─────────────────────────────────┐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│ IP Header (20 bytes)            │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├─────────────────────────────────┤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│ Type (8 bits) - Request:8/Reply:0│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├─────────────────────────────────┤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│ Code (8 bits) - 0               │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├─────────────────────────────────┤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│ Checksum (16 bits)              │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├─────────────────────────────────┤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│ Identifier (16 bits)            │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├─────────────────────────────────┤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│ Sequence Number (16 bits)       │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├─────────────────────────────────┤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│ Data (Variable)                 │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└─────────────────────────────────┘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72C4"/>
                </a:solidFill>
              </a:defRPr>
            </a:pPr>
            <a:r>
              <a:t>Implementation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THREE-TIER IMPLEMENTATION APPROACH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1. RAW SOCKET IMPLEMENTATION (Scapy)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Full control over ICMP packet structure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Requires administrator privileges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packet = IP(dst=host) / ICMP(type=8, code=0)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2. WINDOWS ICMP API (No Admin Required)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Windows IP Helper API (iphlpapi.dll)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IcmpSendEcho function for echo requests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Works without elevated privileges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3. SUBPROCESS FALLBACK (Cross-Platform)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Platform-native ping commands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Maximum compatibility across OS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• Regex parsing for RTT extraction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ARCHITECTURE: User Input → ICMPPinger → Implementation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Selection → Results Processing → GUI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72C4"/>
                </a:solidFill>
              </a:defRPr>
            </a:pPr>
            <a:r>
              <a:t>Advanced Features &amp;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REAL-TIME PERFORMANCE MONITORING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Live RTT Graphing (Matplotlib Integration)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- Dynamic plotting of latency trends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- Color-coded success/failure indicators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COMPREHENSIVE STATISTICS DASHBOARD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Minimum/Maximum/Average RTT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Jitter (network stability metric)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Packet Loss % and Success Rate %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MULTI-TAB GUI INTERFACE (Tkinter)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Ping Client Tab: Configuration and execution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Echo Server Tab: Simulated server responses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Statistics Tab: Detailed analytics and CSV export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KEY FEATURES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✓ No Admin Required (Windows API fallback)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✓ Cross-Platform Support (Windows/Linux/Mac)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✓ Thread-Safe Operation | ✓ Export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72C4"/>
                </a:solidFill>
              </a:defRPr>
            </a:pPr>
            <a:r>
              <a:t>Analysis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TEST SCENARIO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Target: 8.8.8.8 (Google DNS) | Count: 20 | Interval: 1s | Timeout: 10s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SAMPLE RESULTS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─────────────────────────────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Minimum RTT:      12.34 ms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Maximum RTT:      45.67 ms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Average RTT:      23.45 ms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Jitter:            8.92 ms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Packet Loss:       0.0%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Success Rate:    100.0%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ANALYSIS INSIGHTS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Low Packet Loss (0%) → Stable network connection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Moderate Jitter (8.92ms) → Acceptable variation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Average RTT (23.45ms) → Good connection quality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REAL-WORLD IMPLICATIONS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Network Health Assessment for SLA compliance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Troubleshooting congestion | Route optimization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Application Performance (VoIP/Gaming require &lt;50ms)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72C4"/>
                </a:solidFill>
              </a:defRPr>
            </a:pPr>
            <a:r>
              <a:t>Practical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1. SCAPY IMPLEMENTATION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packet = IP(dst=host) / ICMP(seq=seq_num)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response = sr1(packet, timeout=10.0)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if response.getlayer(ICMP).type == 0: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 rtt_ms = (end_time - start_time) * 1000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2. WINDOWS ICMP API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handle = iphlpapi.IcmpCreateFile()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iphlpapi.IcmpSendEcho(handle, addr, data,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 size, None, reply_buf, buf_size, timeout)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reply = ICMP_ECHO_REPLY.from_buffer(reply_buf)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rtt = reply.RoundTripTime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3. SUBPROCESS FALLBACK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cmd = ['ping', '-n', '1', '-w', '10000', host]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output = subprocess.run(cmd, capture_output=True)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match = re.search(r'time[=&lt;]\s*([\d\.]+)\s*ms', output)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rtt = float(match.group(1))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72C4"/>
                </a:solidFill>
              </a:defRPr>
            </a:pPr>
            <a:r>
              <a:t>Network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STATISTICAL CALCULATIONS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1. Round-Trip Time (RTT) Analysis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• Min, Max, Average RTT calculations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• RTT_avg = (1/n) × Σ RTT_i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2. Jitter Calculation (Network Stability)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• Jitter = (1/n-1) × Σ |RTT_(i+1) - RTT_i|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3. Packet Loss Percentage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• Packet Loss = (Failed / Total) × 100%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PERFORMANCE INTERPRETATION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RTT:    Excellent &lt;20ms | Good 20-50ms | Fair 50-100ms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Jitter: Excellent &lt;5ms  | Good 5-20ms  | Fair 20-50ms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Loss:   Excellent 0%    | Good &lt;1%     | Fair 1-5%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EXPORT FORMAT: CSV with metrics, values, and units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72C4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TECHNICAL CHALLENGES ENCOUNTERED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1. Permission Issues (Raw Sockets)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Challenge: Raw socket creation requires admin privileges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Solution: Implemented Windows ICMP API fallback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Result: Works without administrator rights on Windows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2. Cross-Platform Compatibility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Challenge: Different OS-specific implementations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Solution: Multi-tier fallback (Scapy → API → Subprocess)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Result: Seamless operation across Windows/Linux/macOS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3. Thread Safety in GUI Updates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Challenge: Matplotlib updates causing conflicts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Solution: Used canvas.draw_idle() and Tkinter.after()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 Result: Smooth real-time graph updates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BEST PRACTICES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✓ Graceful degradation | ✓ Comprehensive error handling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✓ Resource management  | ✓ Real-time user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72C4"/>
                </a:solidFill>
              </a:defRPr>
            </a:pPr>
            <a:r>
              <a:t>Conclusion &amp;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KEY ACHIEVEMENTS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Implemented three approaches for ICMP echo requests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Developed GUI with live RTT graphing and statistics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Created cross-platform solution (Windows/Linux/macOS)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Built practical network diagnostic tool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MAIN TAKEAWAYS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ICMP is essential for network layer diagnostics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Multi-tier implementation ensures reliability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Statistical analysis provides actionable insights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GUI-based tools make diagnostics accessible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PROJECT OUTCOMES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✓ Functional ICMP ping client (3 methods)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✓ Real-time RTT visualization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✓ Comprehensive statistics (min/max/avg/jitter/loss)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✓ Export capabilities (CSV reports)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FUTURE ENHANCEMENTS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Traceroute integration | • Wireshark integration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Multiple host monitoring | • Historical data trending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472C4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TECHNICAL DOCUMENTATION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RFC 792 - Internet Control Message Protocol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https://tools.ietf.org/html/rfc792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Forouzan, B. A. (2012)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Data Communications and Networking, 5th Edition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McGraw-Hill Education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Kurose, J. F., &amp; Ross, K. W. (2021)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Computer Networking: A Top-Down Approach, 8th Edition</a:t>
            </a:r>
          </a:p>
          <a:p>
            <a:pPr lvl="1"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  Pearson Education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IMPLEMENTATION LIBRARIES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Scapy Documentation: https://scapy.readthedocs.io/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Python ctypes Module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• Windows IP Helper API (Microsoft Docs)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PROJECT RESOURCES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GitHub: https://github.com/pronad1/Socket_Programming</a:t>
            </a:r>
          </a:p>
          <a:p>
            <a:pPr>
              <a:spcBef>
                <a:spcPts val="800"/>
              </a:spcBef>
              <a:defRPr sz="1600">
                <a:solidFill>
                  <a:srgbClr val="000000"/>
                </a:solidFill>
              </a:defRPr>
            </a:pPr>
            <a:r>
              <a:t>Email: prosenjit1156@gmail.com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472C4"/>
                </a:solidFill>
              </a:defRPr>
            </a:pPr>
            <a:r>
              <a:t>Thank You! 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95959"/>
                </a:solidFill>
              </a:defRPr>
            </a:pPr>
            <a:r>
              <a:t>Questions &amp; Discussion</a:t>
            </a:r>
          </a:p>
          <a:p/>
          <a:p>
            <a:r>
              <a:t>Prosenjit Mondol</a:t>
            </a:r>
          </a:p>
          <a:p>
            <a:r>
              <a:t>ID: 2102049 | Reg: 10176</a:t>
            </a:r>
          </a:p>
          <a:p/>
          <a:p>
            <a:r>
              <a:t>Contact: prosenjit1156@gmail.com</a:t>
            </a:r>
          </a:p>
          <a:p>
            <a:r>
              <a:t>GitHub: https://github.com/pronad1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